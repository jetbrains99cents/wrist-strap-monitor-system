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7" r:id="rId3"/>
    <p:sldId id="259" r:id="rId4"/>
    <p:sldId id="256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7D855-EBCD-4730-94D9-6118940A59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EBB6DA0-4724-4B74-ACD7-70B321D65C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90A9DB-101A-4C67-BAE9-71ADF890F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C2F5DE-EBA5-4A4B-8CEF-D4D7EFFD7849}" type="datetimeFigureOut">
              <a:rPr lang="en-US" smtClean="0"/>
              <a:t>6/8/2025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0E5671-72D5-48DA-8C52-AA2507A4F9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C894AE-5FEC-4621-910D-BBF36B7F0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3A41A5-45BA-45B8-B647-54919DE522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0810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A6C27-53C8-4FBA-A4AF-6B91C9BB0E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9B7574-5170-4714-8523-59D8F22BFD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A7C057-7BF1-4D5F-90A8-AEF31DD385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C2F5DE-EBA5-4A4B-8CEF-D4D7EFFD7849}" type="datetimeFigureOut">
              <a:rPr lang="en-US" smtClean="0"/>
              <a:t>6/8/2025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43EA07-9E62-47F4-B4AF-8711520B5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AB6DFB-129E-4ABF-A9E8-348A2CB68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3A41A5-45BA-45B8-B647-54919DE522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24751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208D7-3491-4765-8BF3-AF7EDA37D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1FAAD-2D0E-4184-8AA9-2E4E3C6B04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04A64C-C5B6-4D7C-A2AE-B59DF8D3FB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C2F5DE-EBA5-4A4B-8CEF-D4D7EFFD7849}" type="datetimeFigureOut">
              <a:rPr lang="en-US" smtClean="0"/>
              <a:t>6/8/2025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BB6769-969B-4300-9D2F-FF655E9FD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D29A6-F0CF-4990-973A-351E0D472A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3A41A5-45BA-45B8-B647-54919DE522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9167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49DC7D-BC91-4612-ACF0-2281D42E18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ADBC27-3B18-4565-8893-F3A742402C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0D949F-0B0A-470E-8ED3-537B05F43F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53A225-168E-4C3E-828C-BF5286B29B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C2F5DE-EBA5-4A4B-8CEF-D4D7EFFD7849}" type="datetimeFigureOut">
              <a:rPr lang="en-US" smtClean="0"/>
              <a:t>6/8/2025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C54213-84FC-4150-8834-8AC635AD2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CD4CDF-3098-4904-B5C7-46807800C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3A41A5-45BA-45B8-B647-54919DE522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955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CDE1E-E919-4001-AD43-EB3544BA97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4A9D5F-0EDA-49FB-8040-7B2604DDF2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758E9E-B454-4398-B41A-6680656561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357295-C4AB-4552-BEA9-F0F2641BEF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A0F5CBB-2D3D-43FC-9518-D4B98FBE6D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587E9F-8E03-40A6-B599-5DA413808D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C2F5DE-EBA5-4A4B-8CEF-D4D7EFFD7849}" type="datetimeFigureOut">
              <a:rPr lang="en-US" smtClean="0"/>
              <a:t>6/8/2025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30E1FBF-C28B-49BA-946D-DEC6DDABD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FF97181-B3F7-46DC-9FFF-AEE6ACB8CB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3A41A5-45BA-45B8-B647-54919DE522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31706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AEBF91-254D-4AB7-88B8-2834B0849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C8954DC-D3D5-4915-B565-A9E65884E3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C2F5DE-EBA5-4A4B-8CEF-D4D7EFFD7849}" type="datetimeFigureOut">
              <a:rPr lang="en-US" smtClean="0"/>
              <a:t>6/8/2025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FE8D67-A6B3-4B38-9100-C9D0805D96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A986-D719-493F-8C43-8F565ADBB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3A41A5-45BA-45B8-B647-54919DE522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00023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690D9B5-E5A5-433A-A12F-DAB657D37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C2F5DE-EBA5-4A4B-8CEF-D4D7EFFD7849}" type="datetimeFigureOut">
              <a:rPr lang="en-US" smtClean="0"/>
              <a:t>6/8/2025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095B15-AEF4-41AC-AC1A-1D9A273885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5B7FCF-EF0F-4305-8887-811B6DFCC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3A41A5-45BA-45B8-B647-54919DE522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02900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12BD36-A534-411B-9337-27501ADA26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FD73F7-4018-4125-9071-C776DA3EBE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EADC9E-87CE-4195-8565-BD6309EFDB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A70E00-6069-4683-91DF-162750246E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C2F5DE-EBA5-4A4B-8CEF-D4D7EFFD7849}" type="datetimeFigureOut">
              <a:rPr lang="en-US" smtClean="0"/>
              <a:t>6/8/2025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5BC930-90AC-4D89-8622-86484FD99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B61CC9-E9B8-49D3-9437-AF566AF41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3A41A5-45BA-45B8-B647-54919DE522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12352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BF284D-0E13-4C5A-A42A-321D7C49B2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B99CE5-938D-43A1-A69D-FE46125E70A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BB71CD-75CF-4EDD-A986-769740F2BF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BD40B3-10B5-4B42-B517-AE0C17FB0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C2F5DE-EBA5-4A4B-8CEF-D4D7EFFD7849}" type="datetimeFigureOut">
              <a:rPr lang="en-US" smtClean="0"/>
              <a:t>6/8/2025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B22428-E1A2-4DDA-A329-ACC897F45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4FD9A4-7E2C-4D39-B000-9DC0DB638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3A41A5-45BA-45B8-B647-54919DE522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43574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D9FA91-7E22-4358-94EE-447087503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5F0DAC4-A0D5-4BAB-A603-D77693AFE9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C290F7-EC06-484C-A367-A0B89D38F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C2F5DE-EBA5-4A4B-8CEF-D4D7EFFD7849}" type="datetimeFigureOut">
              <a:rPr lang="en-US" smtClean="0"/>
              <a:t>6/8/2025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7E45D0-970E-46CF-9D8E-AB6A04CBEE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4119DC-C057-4E15-8557-8CC0D3BC9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3A41A5-45BA-45B8-B647-54919DE522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7342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C70081-BF41-425F-85D1-EDFD009EAF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2945B1-D488-47CC-AEEB-CDC4EE7435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23BF2C-B80E-4BDF-8CEE-A8A0636678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C2F5DE-EBA5-4A4B-8CEF-D4D7EFFD7849}" type="datetimeFigureOut">
              <a:rPr lang="en-US" smtClean="0"/>
              <a:t>6/8/2025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90CCF8-7BCF-4DB1-B803-92BA58997E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27E71C-C175-4486-A1DD-D833B275F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3A41A5-45BA-45B8-B647-54919DE522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96954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474F665-1CCD-48F3-90C7-51EFB0FEA6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2C03D7-613D-4DDC-9D50-8641947E0A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E4EDDD-C0AD-4FCF-B62C-4B5D18AED0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CC2F5DE-EBA5-4A4B-8CEF-D4D7EFFD7849}" type="datetimeFigureOut">
              <a:rPr lang="en-US" smtClean="0"/>
              <a:t>6/8/2025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64AED5-CE6C-4DEF-B960-21FA5ADBBA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8F7FF4-2002-4734-A702-F2F7C12E70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C3A41A5-45BA-45B8-B647-54919DE522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01563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20ACDFE2-02EE-4D6C-83ED-B3E689C4E1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2155" y="113020"/>
            <a:ext cx="1881074" cy="268200"/>
          </a:xfrm>
          <a:prstGeom prst="rect">
            <a:avLst/>
          </a:prstGeom>
        </p:spPr>
      </p:pic>
      <p:sp>
        <p:nvSpPr>
          <p:cNvPr id="6" name="Subtitle 2">
            <a:extLst>
              <a:ext uri="{FF2B5EF4-FFF2-40B4-BE49-F238E27FC236}">
                <a16:creationId xmlns:a16="http://schemas.microsoft.com/office/drawing/2014/main" id="{B9D12834-4796-431A-83AD-65B061CDA9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18918" y="113020"/>
            <a:ext cx="6154163" cy="374187"/>
          </a:xfrm>
        </p:spPr>
        <p:txBody>
          <a:bodyPr>
            <a:noAutofit/>
          </a:bodyPr>
          <a:lstStyle/>
          <a:p>
            <a:r>
              <a:rPr lang="en-US" sz="1800" err="1">
                <a:latin typeface="Segoe UI" panose="020B0502040204020203" pitchFamily="34" charset="0"/>
                <a:cs typeface="Segoe UI" panose="020B0502040204020203" pitchFamily="34" charset="0"/>
              </a:rPr>
              <a:t>Báo</a:t>
            </a:r>
            <a:r>
              <a:rPr lang="en-US" sz="180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1800" err="1">
                <a:latin typeface="Segoe UI" panose="020B0502040204020203" pitchFamily="34" charset="0"/>
                <a:cs typeface="Segoe UI" panose="020B0502040204020203" pitchFamily="34" charset="0"/>
              </a:rPr>
              <a:t>cáo</a:t>
            </a:r>
            <a:r>
              <a:rPr lang="en-US" sz="180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1800" err="1">
                <a:latin typeface="Segoe UI" panose="020B0502040204020203" pitchFamily="34" charset="0"/>
                <a:cs typeface="Segoe UI" panose="020B0502040204020203" pitchFamily="34" charset="0"/>
              </a:rPr>
              <a:t>tiến</a:t>
            </a:r>
            <a:r>
              <a:rPr lang="en-US" sz="180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1800" err="1">
                <a:latin typeface="Segoe UI" panose="020B0502040204020203" pitchFamily="34" charset="0"/>
                <a:cs typeface="Segoe UI" panose="020B0502040204020203" pitchFamily="34" charset="0"/>
              </a:rPr>
              <a:t>độ</a:t>
            </a:r>
            <a:r>
              <a:rPr lang="en-US" sz="180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1800" err="1">
                <a:latin typeface="Segoe UI" panose="020B0502040204020203" pitchFamily="34" charset="0"/>
                <a:cs typeface="Segoe UI" panose="020B0502040204020203" pitchFamily="34" charset="0"/>
              </a:rPr>
              <a:t>thực</a:t>
            </a:r>
            <a:r>
              <a:rPr lang="en-US" sz="180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1800" err="1">
                <a:latin typeface="Segoe UI" panose="020B0502040204020203" pitchFamily="34" charset="0"/>
                <a:cs typeface="Segoe UI" panose="020B0502040204020203" pitchFamily="34" charset="0"/>
              </a:rPr>
              <a:t>hiện</a:t>
            </a:r>
            <a:r>
              <a:rPr lang="en-US" sz="1800">
                <a:latin typeface="Segoe UI" panose="020B0502040204020203" pitchFamily="34" charset="0"/>
                <a:cs typeface="Segoe UI" panose="020B0502040204020203" pitchFamily="34" charset="0"/>
              </a:rPr>
              <a:t> hệ thống giám sát ổ xả tĩnh điện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AF89B6A6-E2D9-4B1D-A3A8-78984A810EA6}"/>
              </a:ext>
            </a:extLst>
          </p:cNvPr>
          <p:cNvSpPr txBox="1">
            <a:spLocks/>
          </p:cNvSpPr>
          <p:nvPr/>
        </p:nvSpPr>
        <p:spPr>
          <a:xfrm>
            <a:off x="9037982" y="487207"/>
            <a:ext cx="3154018" cy="31805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Ngày cập nhật: 26/02/2025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23667996-02DC-483B-B073-D3B21E39A30F}"/>
              </a:ext>
            </a:extLst>
          </p:cNvPr>
          <p:cNvSpPr txBox="1">
            <a:spLocks/>
          </p:cNvSpPr>
          <p:nvPr/>
        </p:nvSpPr>
        <p:spPr>
          <a:xfrm>
            <a:off x="0" y="805260"/>
            <a:ext cx="2033230" cy="37418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Tiến độ thực hiện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421A2B65-8BD9-4D70-A1C0-FE1EF9F97B5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834231" y="1179447"/>
            <a:ext cx="8382214" cy="5583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34322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20ACDFE2-02EE-4D6C-83ED-B3E689C4E1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2155" y="113020"/>
            <a:ext cx="1881074" cy="268200"/>
          </a:xfrm>
          <a:prstGeom prst="rect">
            <a:avLst/>
          </a:prstGeom>
        </p:spPr>
      </p:pic>
      <p:sp>
        <p:nvSpPr>
          <p:cNvPr id="6" name="Subtitle 2">
            <a:extLst>
              <a:ext uri="{FF2B5EF4-FFF2-40B4-BE49-F238E27FC236}">
                <a16:creationId xmlns:a16="http://schemas.microsoft.com/office/drawing/2014/main" id="{B9D12834-4796-431A-83AD-65B061CDA9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18918" y="113020"/>
            <a:ext cx="6154163" cy="374187"/>
          </a:xfrm>
        </p:spPr>
        <p:txBody>
          <a:bodyPr>
            <a:noAutofit/>
          </a:bodyPr>
          <a:lstStyle/>
          <a:p>
            <a:r>
              <a:rPr lang="en-US" sz="1800" err="1">
                <a:latin typeface="Segoe UI" panose="020B0502040204020203" pitchFamily="34" charset="0"/>
                <a:cs typeface="Segoe UI" panose="020B0502040204020203" pitchFamily="34" charset="0"/>
              </a:rPr>
              <a:t>Báo</a:t>
            </a:r>
            <a:r>
              <a:rPr lang="en-US" sz="180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1800" err="1">
                <a:latin typeface="Segoe UI" panose="020B0502040204020203" pitchFamily="34" charset="0"/>
                <a:cs typeface="Segoe UI" panose="020B0502040204020203" pitchFamily="34" charset="0"/>
              </a:rPr>
              <a:t>cáo</a:t>
            </a:r>
            <a:r>
              <a:rPr lang="en-US" sz="180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1800" err="1">
                <a:latin typeface="Segoe UI" panose="020B0502040204020203" pitchFamily="34" charset="0"/>
                <a:cs typeface="Segoe UI" panose="020B0502040204020203" pitchFamily="34" charset="0"/>
              </a:rPr>
              <a:t>tiến</a:t>
            </a:r>
            <a:r>
              <a:rPr lang="en-US" sz="180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1800" err="1">
                <a:latin typeface="Segoe UI" panose="020B0502040204020203" pitchFamily="34" charset="0"/>
                <a:cs typeface="Segoe UI" panose="020B0502040204020203" pitchFamily="34" charset="0"/>
              </a:rPr>
              <a:t>độ</a:t>
            </a:r>
            <a:r>
              <a:rPr lang="en-US" sz="180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1800" err="1">
                <a:latin typeface="Segoe UI" panose="020B0502040204020203" pitchFamily="34" charset="0"/>
                <a:cs typeface="Segoe UI" panose="020B0502040204020203" pitchFamily="34" charset="0"/>
              </a:rPr>
              <a:t>thực</a:t>
            </a:r>
            <a:r>
              <a:rPr lang="en-US" sz="180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1800" err="1">
                <a:latin typeface="Segoe UI" panose="020B0502040204020203" pitchFamily="34" charset="0"/>
                <a:cs typeface="Segoe UI" panose="020B0502040204020203" pitchFamily="34" charset="0"/>
              </a:rPr>
              <a:t>hiện</a:t>
            </a:r>
            <a:r>
              <a:rPr lang="en-US" sz="1800">
                <a:latin typeface="Segoe UI" panose="020B0502040204020203" pitchFamily="34" charset="0"/>
                <a:cs typeface="Segoe UI" panose="020B0502040204020203" pitchFamily="34" charset="0"/>
              </a:rPr>
              <a:t> hệ thống giám sát ổ xả tĩnh điện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23667996-02DC-483B-B073-D3B21E39A30F}"/>
              </a:ext>
            </a:extLst>
          </p:cNvPr>
          <p:cNvSpPr txBox="1">
            <a:spLocks/>
          </p:cNvSpPr>
          <p:nvPr/>
        </p:nvSpPr>
        <p:spPr>
          <a:xfrm>
            <a:off x="0" y="805260"/>
            <a:ext cx="2033230" cy="37418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Tiến độ thực hiện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4FA864D7-6653-4EDB-B883-D0879B62BC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1553642"/>
            <a:ext cx="12192000" cy="3750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94044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20ACDFE2-02EE-4D6C-83ED-B3E689C4E1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2155" y="113020"/>
            <a:ext cx="1881074" cy="268200"/>
          </a:xfrm>
          <a:prstGeom prst="rect">
            <a:avLst/>
          </a:prstGeom>
        </p:spPr>
      </p:pic>
      <p:sp>
        <p:nvSpPr>
          <p:cNvPr id="6" name="Subtitle 2">
            <a:extLst>
              <a:ext uri="{FF2B5EF4-FFF2-40B4-BE49-F238E27FC236}">
                <a16:creationId xmlns:a16="http://schemas.microsoft.com/office/drawing/2014/main" id="{B9D12834-4796-431A-83AD-65B061CDA9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18918" y="113020"/>
            <a:ext cx="6154163" cy="374187"/>
          </a:xfrm>
        </p:spPr>
        <p:txBody>
          <a:bodyPr>
            <a:noAutofit/>
          </a:bodyPr>
          <a:lstStyle/>
          <a:p>
            <a:r>
              <a:rPr lang="en-US" sz="1800" err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Báo</a:t>
            </a:r>
            <a:r>
              <a:rPr lang="en-US" sz="180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1800" err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cáo</a:t>
            </a:r>
            <a:r>
              <a:rPr lang="en-US" sz="180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1800" err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tiến</a:t>
            </a:r>
            <a:r>
              <a:rPr lang="en-US" sz="180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1800" err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độ</a:t>
            </a:r>
            <a:r>
              <a:rPr lang="en-US" sz="180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1800" err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thực</a:t>
            </a:r>
            <a:r>
              <a:rPr lang="en-US" sz="180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1800" err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hiện</a:t>
            </a:r>
            <a:r>
              <a:rPr lang="en-US" sz="180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hệ thống giám sát ổ xả tĩnh điện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AD65126-3FC6-4F3E-BA34-BAF3D694ED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6940144"/>
              </p:ext>
            </p:extLst>
          </p:nvPr>
        </p:nvGraphicFramePr>
        <p:xfrm>
          <a:off x="152155" y="1179447"/>
          <a:ext cx="11870512" cy="186986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178067">
                  <a:extLst>
                    <a:ext uri="{9D8B030D-6E8A-4147-A177-3AD203B41FA5}">
                      <a16:colId xmlns:a16="http://schemas.microsoft.com/office/drawing/2014/main" val="3999244456"/>
                    </a:ext>
                  </a:extLst>
                </a:gridCol>
                <a:gridCol w="1682045">
                  <a:extLst>
                    <a:ext uri="{9D8B030D-6E8A-4147-A177-3AD203B41FA5}">
                      <a16:colId xmlns:a16="http://schemas.microsoft.com/office/drawing/2014/main" val="2388194019"/>
                    </a:ext>
                  </a:extLst>
                </a:gridCol>
                <a:gridCol w="7010400">
                  <a:extLst>
                    <a:ext uri="{9D8B030D-6E8A-4147-A177-3AD203B41FA5}">
                      <a16:colId xmlns:a16="http://schemas.microsoft.com/office/drawing/2014/main" val="804078144"/>
                    </a:ext>
                  </a:extLst>
                </a:gridCol>
              </a:tblGrid>
              <a:tr h="373972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/>
                        <a:t>Ghi chú trong quá trình phát triển dự án</a:t>
                      </a:r>
                      <a:endParaRPr lang="en-US" sz="1600">
                        <a:solidFill>
                          <a:schemeClr val="tx1"/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3860501"/>
                  </a:ext>
                </a:extLst>
              </a:tr>
              <a:tr h="373972">
                <a:tc>
                  <a:txBody>
                    <a:bodyPr/>
                    <a:lstStyle/>
                    <a:p>
                      <a:pPr algn="ctr"/>
                      <a:r>
                        <a:rPr lang="en-US" sz="1600"/>
                        <a:t>Nội dung</a:t>
                      </a:r>
                      <a:endParaRPr lang="en-US" sz="1600" b="1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/>
                        <a:t>Thời gian</a:t>
                      </a:r>
                      <a:endParaRPr lang="en-US" sz="1600" b="1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/>
                        <a:t>Ghi chú</a:t>
                      </a:r>
                      <a:endParaRPr lang="en-US" sz="1600" b="1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92259172"/>
                  </a:ext>
                </a:extLst>
              </a:tr>
              <a:tr h="373972">
                <a:tc>
                  <a:txBody>
                    <a:bodyPr/>
                    <a:lstStyle/>
                    <a:p>
                      <a:endParaRPr lang="en-US" sz="160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60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endParaRPr lang="en-US" sz="160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85022684"/>
                  </a:ext>
                </a:extLst>
              </a:tr>
              <a:tr h="373972">
                <a:tc>
                  <a:txBody>
                    <a:bodyPr/>
                    <a:lstStyle/>
                    <a:p>
                      <a:endParaRPr lang="en-US" sz="160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60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endParaRPr lang="en-US" sz="160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81887496"/>
                  </a:ext>
                </a:extLst>
              </a:tr>
              <a:tr h="373972">
                <a:tc>
                  <a:txBody>
                    <a:bodyPr/>
                    <a:lstStyle/>
                    <a:p>
                      <a:endParaRPr lang="en-US" sz="160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60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endParaRPr lang="en-US" sz="160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09661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945252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875947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70</Words>
  <Application>Microsoft Office PowerPoint</Application>
  <PresentationFormat>Widescreen</PresentationFormat>
  <Paragraphs>10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Calibri Light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NGUYEN THANH DUY TAN</dc:creator>
  <cp:lastModifiedBy>NGUYEN THANH DUY TAN</cp:lastModifiedBy>
  <cp:revision>4</cp:revision>
  <dcterms:created xsi:type="dcterms:W3CDTF">2025-05-20T08:50:17Z</dcterms:created>
  <dcterms:modified xsi:type="dcterms:W3CDTF">2025-06-08T10:51:22Z</dcterms:modified>
</cp:coreProperties>
</file>